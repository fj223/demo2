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qau9_2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qza5rip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acap83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squcx7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_aka2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c6u09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eradh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_qw4nl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