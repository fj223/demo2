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93flyif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nrhm18q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r5l_4u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upiywnj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at6l7nj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nk4af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gj7og1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gxxoe3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sm_835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xtdsu7g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