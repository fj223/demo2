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j7iio7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k8zoii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takri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zucgv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9j65xv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01df2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bruun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xf9_q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jlsk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vcc178w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cuoqm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gmxzu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5dd5m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der9v0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yrhy5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